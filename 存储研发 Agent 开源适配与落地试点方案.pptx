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Space Grotesk SemiBold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14A23E-B5A0-4405-BB07-7F5AD68A6637}">
  <a:tblStyle styleId="{5114A23E-B5A0-4405-BB07-7F5AD68A66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SemiBold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Economica-regular.fntdata"/><Relationship Id="rId10" Type="http://schemas.openxmlformats.org/officeDocument/2006/relationships/slide" Target="slides/slide4.xml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5" Type="http://schemas.openxmlformats.org/officeDocument/2006/relationships/font" Target="fonts/Inter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SpaceGroteskSemiBold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58683" y="10089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7091169" y="43556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10127953" y="6136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621900" y="47444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0" Type="http://schemas.openxmlformats.org/officeDocument/2006/relationships/image" Target="../media/image35.png"/><Relationship Id="rId20" Type="http://schemas.openxmlformats.org/officeDocument/2006/relationships/image" Target="../media/image16.png"/><Relationship Id="rId42" Type="http://schemas.openxmlformats.org/officeDocument/2006/relationships/image" Target="../media/image40.png"/><Relationship Id="rId41" Type="http://schemas.openxmlformats.org/officeDocument/2006/relationships/image" Target="../media/image38.png"/><Relationship Id="rId22" Type="http://schemas.openxmlformats.org/officeDocument/2006/relationships/image" Target="../media/image2.png"/><Relationship Id="rId44" Type="http://schemas.openxmlformats.org/officeDocument/2006/relationships/image" Target="../media/image47.png"/><Relationship Id="rId21" Type="http://schemas.openxmlformats.org/officeDocument/2006/relationships/image" Target="../media/image9.png"/><Relationship Id="rId43" Type="http://schemas.openxmlformats.org/officeDocument/2006/relationships/image" Target="../media/image52.png"/><Relationship Id="rId24" Type="http://schemas.openxmlformats.org/officeDocument/2006/relationships/image" Target="../media/image26.png"/><Relationship Id="rId46" Type="http://schemas.openxmlformats.org/officeDocument/2006/relationships/image" Target="../media/image31.png"/><Relationship Id="rId23" Type="http://schemas.openxmlformats.org/officeDocument/2006/relationships/image" Target="../media/image19.png"/><Relationship Id="rId45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26" Type="http://schemas.openxmlformats.org/officeDocument/2006/relationships/image" Target="../media/image39.png"/><Relationship Id="rId25" Type="http://schemas.openxmlformats.org/officeDocument/2006/relationships/image" Target="../media/image22.png"/><Relationship Id="rId47" Type="http://schemas.openxmlformats.org/officeDocument/2006/relationships/image" Target="../media/image42.png"/><Relationship Id="rId28" Type="http://schemas.openxmlformats.org/officeDocument/2006/relationships/image" Target="../media/image23.png"/><Relationship Id="rId27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29" Type="http://schemas.openxmlformats.org/officeDocument/2006/relationships/image" Target="../media/image25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31" Type="http://schemas.openxmlformats.org/officeDocument/2006/relationships/image" Target="../media/image30.png"/><Relationship Id="rId30" Type="http://schemas.openxmlformats.org/officeDocument/2006/relationships/image" Target="../media/image37.png"/><Relationship Id="rId11" Type="http://schemas.openxmlformats.org/officeDocument/2006/relationships/image" Target="../media/image5.png"/><Relationship Id="rId33" Type="http://schemas.openxmlformats.org/officeDocument/2006/relationships/image" Target="../media/image27.png"/><Relationship Id="rId10" Type="http://schemas.openxmlformats.org/officeDocument/2006/relationships/image" Target="../media/image18.png"/><Relationship Id="rId32" Type="http://schemas.openxmlformats.org/officeDocument/2006/relationships/image" Target="../media/image34.png"/><Relationship Id="rId13" Type="http://schemas.openxmlformats.org/officeDocument/2006/relationships/image" Target="../media/image10.png"/><Relationship Id="rId35" Type="http://schemas.openxmlformats.org/officeDocument/2006/relationships/image" Target="../media/image29.png"/><Relationship Id="rId12" Type="http://schemas.openxmlformats.org/officeDocument/2006/relationships/image" Target="../media/image14.png"/><Relationship Id="rId34" Type="http://schemas.openxmlformats.org/officeDocument/2006/relationships/image" Target="../media/image33.png"/><Relationship Id="rId15" Type="http://schemas.openxmlformats.org/officeDocument/2006/relationships/image" Target="../media/image21.png"/><Relationship Id="rId37" Type="http://schemas.openxmlformats.org/officeDocument/2006/relationships/image" Target="../media/image36.png"/><Relationship Id="rId14" Type="http://schemas.openxmlformats.org/officeDocument/2006/relationships/image" Target="../media/image11.png"/><Relationship Id="rId36" Type="http://schemas.openxmlformats.org/officeDocument/2006/relationships/image" Target="../media/image28.png"/><Relationship Id="rId17" Type="http://schemas.openxmlformats.org/officeDocument/2006/relationships/image" Target="../media/image15.png"/><Relationship Id="rId39" Type="http://schemas.openxmlformats.org/officeDocument/2006/relationships/image" Target="../media/image41.png"/><Relationship Id="rId16" Type="http://schemas.openxmlformats.org/officeDocument/2006/relationships/image" Target="../media/image6.png"/><Relationship Id="rId38" Type="http://schemas.openxmlformats.org/officeDocument/2006/relationships/image" Target="../media/image32.png"/><Relationship Id="rId19" Type="http://schemas.openxmlformats.org/officeDocument/2006/relationships/image" Target="../media/image3.png"/><Relationship Id="rId1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46.png"/><Relationship Id="rId5" Type="http://schemas.openxmlformats.org/officeDocument/2006/relationships/image" Target="../media/image54.png"/><Relationship Id="rId6" Type="http://schemas.openxmlformats.org/officeDocument/2006/relationships/image" Target="../media/image24.png"/><Relationship Id="rId7" Type="http://schemas.openxmlformats.org/officeDocument/2006/relationships/image" Target="../media/image61.png"/><Relationship Id="rId8" Type="http://schemas.openxmlformats.org/officeDocument/2006/relationships/image" Target="../media/image43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Relationship Id="rId7" Type="http://schemas.openxmlformats.org/officeDocument/2006/relationships/image" Target="../media/image53.png"/><Relationship Id="rId8" Type="http://schemas.openxmlformats.org/officeDocument/2006/relationships/image" Target="../media/image24.png"/><Relationship Id="rId11" Type="http://schemas.openxmlformats.org/officeDocument/2006/relationships/image" Target="../media/image56.png"/><Relationship Id="rId10" Type="http://schemas.openxmlformats.org/officeDocument/2006/relationships/image" Target="../media/image57.png"/><Relationship Id="rId13" Type="http://schemas.openxmlformats.org/officeDocument/2006/relationships/image" Target="../media/image60.png"/><Relationship Id="rId12" Type="http://schemas.openxmlformats.org/officeDocument/2006/relationships/image" Target="../media/image58.png"/><Relationship Id="rId15" Type="http://schemas.openxmlformats.org/officeDocument/2006/relationships/image" Target="../media/image48.png"/><Relationship Id="rId14" Type="http://schemas.openxmlformats.org/officeDocument/2006/relationships/image" Target="../media/image67.png"/><Relationship Id="rId17" Type="http://schemas.openxmlformats.org/officeDocument/2006/relationships/image" Target="../media/image59.png"/><Relationship Id="rId16" Type="http://schemas.openxmlformats.org/officeDocument/2006/relationships/image" Target="../media/image6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4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" name="Google Shape;6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372225"/>
            <a:ext cx="11125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" name="Google Shape;6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06500"/>
            <a:ext cx="4606676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" name="Google Shape;6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444775"/>
            <a:ext cx="4606676" cy="1825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" name="Google Shape;6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25851" y="1514475"/>
            <a:ext cx="5832723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" name="Google Shape;6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5851" y="2647950"/>
            <a:ext cx="5832723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25851" y="3781425"/>
            <a:ext cx="5832723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25851" y="5067300"/>
            <a:ext cx="5832723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68726" y="1819275"/>
            <a:ext cx="27448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" name="Google Shape;71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0714" y="1819275"/>
            <a:ext cx="27449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8726" y="2162175"/>
            <a:ext cx="27448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70714" y="2162175"/>
            <a:ext cx="27449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" name="Google Shape;74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68726" y="2952750"/>
            <a:ext cx="27448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70714" y="2952750"/>
            <a:ext cx="27449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" name="Google Shape;7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68726" y="3295650"/>
            <a:ext cx="27448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" name="Google Shape;77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70714" y="3295650"/>
            <a:ext cx="27449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" name="Google Shape;78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768726" y="4086225"/>
            <a:ext cx="181079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" name="Google Shape;79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636668" y="4086225"/>
            <a:ext cx="181094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" name="Google Shape;80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504759" y="4086225"/>
            <a:ext cx="181094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" name="Google Shape;81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768726" y="4429125"/>
            <a:ext cx="1810791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" name="Google Shape;82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636668" y="4429125"/>
            <a:ext cx="181094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" name="Google Shape;83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504759" y="4429125"/>
            <a:ext cx="181094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" name="Google Shape;84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768726" y="5372100"/>
            <a:ext cx="27448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570714" y="5372100"/>
            <a:ext cx="274498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33400" y="438150"/>
            <a:ext cx="1165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Space Grotesk"/>
                <a:ea typeface="Space Grotesk"/>
                <a:cs typeface="Space Grotesk"/>
                <a:sym typeface="Space Grotesk"/>
              </a:rPr>
              <a:t>存储研发 Agent：适配技术栈全景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3400" y="857250"/>
            <a:ext cx="47625" cy="2857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04850" y="649605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STORAGE AGENT COMPAT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020425" y="6496050"/>
            <a:ext cx="638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Slide 1 of 4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33400" y="6515100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14375" y="2187475"/>
            <a:ext cx="44569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我们在解决什么？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14375" y="2520850"/>
            <a:ext cx="424472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聚焦存储业务研发场景，基于开源模型与生态进行非侵入适配。重点解决由于领域知识不透明导致的致命代码生成错误，并破除团队间算力零碎、环境复杂的阻碍。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4375" y="3625750"/>
            <a:ext cx="44569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拥抱开源的务实方案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4375" y="3959125"/>
            <a:ext cx="42447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我们绝不重复造轮子，而是在融合开源端侧优秀插件（如 Superpowers/Cursor 机制）的前提下，实现两点增量支撑：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768726" y="1619250"/>
            <a:ext cx="55469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CA3A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1: 统一接入与托管中心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768726" y="2752725"/>
            <a:ext cx="55469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CA3A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2: 统一接口与安全隔离网关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768726" y="3886200"/>
            <a:ext cx="55469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CA3A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3: 研发赋能与逻辑安全拦截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768726" y="5172075"/>
            <a:ext cx="55469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CA3A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4: 试点团队算力虚拟调度层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85825" y="4435375"/>
            <a:ext cx="4073276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无歧义对齐：</a:t>
            </a:r>
            <a:r>
              <a:rPr b="0" i="0" lang="en-US" sz="1012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通过“需求阶段 Spec 审核”对齐无歧义的存储知识。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85825" y="4672458"/>
            <a:ext cx="4073276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工程硬拦截：</a:t>
            </a:r>
            <a:r>
              <a:rPr b="0" i="0" lang="en-US" sz="1012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引入内部静态代码检查 (Linter/AST) 拦截低级致命缺陷。</a:t>
            </a:r>
            <a:endParaRPr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464105" y="1624012"/>
            <a:ext cx="851594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355460" y="2757487"/>
            <a:ext cx="960239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178355" y="3890962"/>
            <a:ext cx="1137344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0502205" y="5176837"/>
            <a:ext cx="813494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714375" y="4435375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▫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714375" y="4672458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▫</a:t>
            </a:r>
            <a:endParaRPr/>
          </a:p>
        </p:txBody>
      </p:sp>
      <p:pic>
        <p:nvPicPr>
          <p:cNvPr descr="image.png" id="107" name="Google Shape;107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873501" y="190976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8675489" y="190976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873501" y="225266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3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8675489" y="225266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873501" y="3043237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8675489" y="3043237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873501" y="3386137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675489" y="3386137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873501" y="417671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3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7741443" y="417671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3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9609534" y="417671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3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873501" y="459581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3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7741443" y="459581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3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9609534" y="4595812"/>
            <a:ext cx="13260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3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873501" y="5462587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3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8675489" y="5462587"/>
            <a:ext cx="133350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372225"/>
            <a:ext cx="11125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982092"/>
            <a:ext cx="11125200" cy="33127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533400" y="438150"/>
            <a:ext cx="1165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Space Grotesk"/>
                <a:ea typeface="Space Grotesk"/>
                <a:cs typeface="Space Grotesk"/>
                <a:sym typeface="Space Grotesk"/>
              </a:rPr>
              <a:t>存储业务试点：研发团队十大关切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33400" y="857250"/>
            <a:ext cx="47625" cy="2857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704850" y="649605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STORAGE AGENT COMPAT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1001375" y="6496050"/>
            <a:ext cx="657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Slide 2 of 4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542925" y="1991617"/>
            <a:ext cx="11106150" cy="3293715"/>
          </a:xfrm>
          <a:prstGeom prst="roundRect">
            <a:avLst>
              <a:gd fmla="val 0" name="adj"/>
            </a:avLst>
          </a:prstGeom>
          <a:solidFill>
            <a:srgbClr val="070D1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4"/>
          <p:cNvGraphicFramePr/>
          <p:nvPr/>
        </p:nvGraphicFramePr>
        <p:xfrm>
          <a:off x="542925" y="1991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{5114A23E-B5A0-4405-BB07-7F5AD68A6637}</a:tableStyleId>
              </a:tblPr>
              <a:tblGrid>
                <a:gridCol w="1554800"/>
                <a:gridCol w="4775600"/>
                <a:gridCol w="4775750"/>
              </a:tblGrid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3F4F6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核心维度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3F4F6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试点团队 &amp; 开发者最关心的十个核心痛点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3F4F6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平台针对存储场景的破局与破解方案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代码生成质量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存储底层核心代码容错率极低，AI 容易产生致命逻辑错误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2. 业务规范不齐，生成代码脱离开发基础仓现状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[需求分析 Spec 审核明确]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确保源头输入无歧义；生成阶段引入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[内部静态代码检查 (Linter/AST) 强硬拦截]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算力分配安全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团队内部卡少且分散，如何快速平稳部署最新模型并评测？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4. 担心自己团队的算力卡并网后被其他团队“抢占”和恶意耗尽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同网段支持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[K8s 算力并网与卡运行监控]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，引入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[Keycloak 严格鉴权与 API Gateway 专属配额隔离]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彻底解决抢占。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开发终端体验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 开发者偏好不同，各自倾向不同 Agent 插件（如 Superpowers）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6. 客户端配置繁琐，各种 Skill 及 Python 依赖安装困难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前端拥抱开源并深度集成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[Superpowers-like 类似机制]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，云侧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[Claw 统一安装配置 Skill/依赖]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，用户无感开箱即用。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存储领域知识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 庞大复杂的存储协议与老旧代码知识如何灌输给大模型？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8. 开发者个人高度定制化的私密编码偏好与记忆如何不泄露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实行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[云侧统一的存储核心知识/记忆管理底盘]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统一维护，结合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[客户端保留特异性隐私部分]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的个人双轨存储。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端云仓同步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 云侧部署运行的 Skill 与客户端本地的开发代码仓存在Gap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10. 部署长对话评估时经常面临长上下文耗尽与高延迟问题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实现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[云与客户端端仓一致性自动同步]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，底座插件默认搭载 </a:t>
                      </a:r>
                      <a:r>
                        <a:rPr b="1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[持续性上下文增量压缩]</a:t>
                      </a:r>
                      <a:r>
                        <a:rPr b="0" i="0" lang="en-US" sz="1012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算法，提升最佳吞吐。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36" name="Google Shape;1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6515100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542925" y="2371576"/>
            <a:ext cx="1554807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097732" y="2371576"/>
            <a:ext cx="4775596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6873329" y="2371576"/>
            <a:ext cx="477574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542925" y="2964805"/>
            <a:ext cx="1554807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097732" y="2964805"/>
            <a:ext cx="4775596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6873329" y="2964805"/>
            <a:ext cx="4775745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42925" y="3543746"/>
            <a:ext cx="1554807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097732" y="3543746"/>
            <a:ext cx="4775596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6873329" y="3543746"/>
            <a:ext cx="4775745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542925" y="4122687"/>
            <a:ext cx="1554807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097732" y="4122687"/>
            <a:ext cx="4775596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6873329" y="4122687"/>
            <a:ext cx="4775745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42925" y="4701629"/>
            <a:ext cx="1554807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2097732" y="4701629"/>
            <a:ext cx="4775596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873329" y="4701629"/>
            <a:ext cx="4775745" cy="9525"/>
          </a:xfrm>
          <a:prstGeom prst="rect">
            <a:avLst/>
          </a:prstGeom>
          <a:solidFill>
            <a:srgbClr val="11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2594818"/>
            <a:ext cx="7620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173759"/>
            <a:ext cx="7620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3752701"/>
            <a:ext cx="7620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4331642"/>
            <a:ext cx="7620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4910583"/>
            <a:ext cx="6572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372225"/>
            <a:ext cx="11125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276772"/>
            <a:ext cx="3581400" cy="2723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2276772"/>
            <a:ext cx="3581400" cy="2723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7200" y="2276772"/>
            <a:ext cx="3581400" cy="272355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533400" y="438150"/>
            <a:ext cx="1165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Space Grotesk"/>
                <a:ea typeface="Space Grotesk"/>
                <a:cs typeface="Space Grotesk"/>
                <a:sym typeface="Space Grotesk"/>
              </a:rPr>
              <a:t>攻关路线：研发痛点分级与解决顺序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533400" y="857250"/>
            <a:ext cx="47625" cy="2857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704850" y="649605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STORAGE AGENT COMPAT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1001375" y="6496050"/>
            <a:ext cx="657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Slide 3 of 4</a:t>
            </a:r>
            <a:endParaRPr/>
          </a:p>
        </p:txBody>
      </p:sp>
      <p:pic>
        <p:nvPicPr>
          <p:cNvPr descr="image.png" id="170" name="Google Shape;17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65151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43225" y="2495847"/>
            <a:ext cx="952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49584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 txBox="1"/>
          <p:nvPr/>
        </p:nvSpPr>
        <p:spPr>
          <a:xfrm>
            <a:off x="752475" y="3067347"/>
            <a:ext cx="33004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无歧义规范与静态拦截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752475" y="3400722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首要确保生成的存储核心代码“绝无低级致命 bug”，保护基本运行安全：</a:t>
            </a:r>
            <a:endParaRPr/>
          </a:p>
        </p:txBody>
      </p:sp>
      <p:pic>
        <p:nvPicPr>
          <p:cNvPr descr="image.png" id="175" name="Google Shape;17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34175" y="2495847"/>
            <a:ext cx="933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24375" y="249584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/>
        </p:nvSpPr>
        <p:spPr>
          <a:xfrm>
            <a:off x="4524375" y="3067347"/>
            <a:ext cx="33004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算力安全众筹与多模式并网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524375" y="3400722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解除试点团队的“卡荒”以及并网后“资源被抢占”的重度安全疑虑：</a:t>
            </a:r>
            <a:endParaRPr/>
          </a:p>
        </p:txBody>
      </p:sp>
      <p:pic>
        <p:nvPicPr>
          <p:cNvPr descr="image.png" id="179" name="Google Shape;17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87025" y="2495847"/>
            <a:ext cx="952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96275" y="249584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/>
        </p:nvSpPr>
        <p:spPr>
          <a:xfrm>
            <a:off x="8296275" y="3067347"/>
            <a:ext cx="33004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极简一键配置与端云一致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296275" y="3400722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消除开发者反复配置本地 Python 环境与各种开源 Skill 依赖的挫败感：</a:t>
            </a:r>
            <a:endParaRPr/>
          </a:p>
        </p:txBody>
      </p:sp>
      <p:pic>
        <p:nvPicPr>
          <p:cNvPr descr="image.png" id="183" name="Google Shape;18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7250" y="260062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 txBox="1"/>
          <p:nvPr/>
        </p:nvSpPr>
        <p:spPr>
          <a:xfrm>
            <a:off x="838200" y="38017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904875" y="3800772"/>
            <a:ext cx="29908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前置需求审核：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在生成需求分析阶段，进行业务 Spec 的审核与定义明确，干掉模糊表述。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838200" y="4205347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904875" y="4204394"/>
            <a:ext cx="299085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内建静态检查：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深度打通内部已有的代码静态检查、Linter 机制，在 Agent 生成流程中进行自动编译校验和硬拦截。</a:t>
            </a:r>
            <a:endParaRPr/>
          </a:p>
        </p:txBody>
      </p:sp>
      <p:pic>
        <p:nvPicPr>
          <p:cNvPr descr="image.png" id="188" name="Google Shape;188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14862" y="260062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 txBox="1"/>
          <p:nvPr/>
        </p:nvSpPr>
        <p:spPr>
          <a:xfrm>
            <a:off x="4610100" y="38017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4676775" y="3800772"/>
            <a:ext cx="299085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同网段弹性纳管：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通过 K8s 对各试点卡统一托管，配置 Keycloak 单点登录与统一 API 网关，精细化流控隔离，阻断盗用。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4610100" y="4378582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4676775" y="4377630"/>
            <a:ext cx="29908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跨网段全栈方案：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不在同一网段则出具标准化硬件、模型部署包与一键配置工具，指导其独立无碍运行。</a:t>
            </a:r>
            <a:endParaRPr/>
          </a:p>
        </p:txBody>
      </p:sp>
      <p:pic>
        <p:nvPicPr>
          <p:cNvPr descr="image.png" id="193" name="Google Shape;19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86762" y="260062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 txBox="1"/>
          <p:nvPr/>
        </p:nvSpPr>
        <p:spPr>
          <a:xfrm>
            <a:off x="8382000" y="38017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8448675" y="3800772"/>
            <a:ext cx="29908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依赖托管云端：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所有复杂的插件和 Skill 依赖在云端 Claw 侧统一配置与安装，减少客户端装机成本。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8382000" y="4205347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8448675" y="4204394"/>
            <a:ext cx="29908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端云仓一致性同步：</a:t>
            </a: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实现端侧与云端存储仓库完全拉通一致，保留客户端个人特异性定制。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372225"/>
            <a:ext cx="11125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624262"/>
            <a:ext cx="1112520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429000"/>
            <a:ext cx="3448794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1528" y="2019300"/>
            <a:ext cx="3448794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9657" y="2019300"/>
            <a:ext cx="3448794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 txBox="1"/>
          <p:nvPr/>
        </p:nvSpPr>
        <p:spPr>
          <a:xfrm>
            <a:off x="533400" y="438150"/>
            <a:ext cx="1165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FAFB"/>
                </a:solidFill>
                <a:latin typeface="Space Grotesk"/>
                <a:ea typeface="Space Grotesk"/>
                <a:cs typeface="Space Grotesk"/>
                <a:sym typeface="Space Grotesk"/>
              </a:rPr>
              <a:t>共建路径：算力托管与场景落地路线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533400" y="857250"/>
            <a:ext cx="47625" cy="2857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704850" y="649605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STORAGE AGENT COMPAT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1001375" y="6496050"/>
            <a:ext cx="657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Slide 4 of 4</a:t>
            </a:r>
            <a:endParaRPr/>
          </a:p>
        </p:txBody>
      </p:sp>
      <p:pic>
        <p:nvPicPr>
          <p:cNvPr descr="image.png" id="212" name="Google Shape;21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6515100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733425" y="3629025"/>
            <a:ext cx="32011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01 / 并网起步与算力保护</a:t>
            </a:r>
            <a:r>
              <a:rPr b="0" i="0" lang="en-US" sz="1237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算力并网纳管与 Keycloak 上线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733425" y="4057650"/>
            <a:ext cx="3048744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共建机制：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摸排各试点团队网络，同网段团队算力接入 K8s 众筹运行池；跨网段团队提供全栈傻瓜一键部署指南。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部署统一 Gateway，基于 Keycloak 落地专属鉴权规则，严控 GPU 算力抢占，开始快速高吞吐地部署最新开源模型并进行效果评测。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571553" y="2219325"/>
            <a:ext cx="32011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02 / 存储规范对齐与静态拦截</a:t>
            </a:r>
            <a:r>
              <a:rPr b="0" i="0" lang="en-US" sz="1237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开发仓一致性与双层质量阀门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4571553" y="2647950"/>
            <a:ext cx="3048744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共建机制：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精选 2 个核心存储试点子场景，推行“需求阶段 Spec 审核”机制拦截输入偏差。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将本地静态分析检测工具深度集成进云端 Claw 及 Superpowers 插件。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打通端云仓一致性同步，全面启用增量压缩插件保障吞吐性能。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8409682" y="2219325"/>
            <a:ext cx="32011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03 / 知识扩展与开源解耦生态</a:t>
            </a:r>
            <a:r>
              <a:rPr b="0" i="0" lang="en-US" sz="1237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云侧统一存储知识库与特异解耦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8409682" y="3890962"/>
            <a:ext cx="3048744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共建机制：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提炼云侧统一的存储协议及研发核心规范知识库底座。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客户端全面解耦，保留开发者个人配置及特异性，提供统一标准规范的 Skill API。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7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• 形成可自我生长、兼顾公共硬核存储规范与个人轻量极速开发的 AI 辅助平台。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2181597" y="42672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019725" y="2940843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9857854" y="35623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